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11" Type="http://schemas.openxmlformats.org/officeDocument/2006/relationships/image" Target="../media/image35.png"/><Relationship Id="rId10" Type="http://schemas.openxmlformats.org/officeDocument/2006/relationships/image" Target="../media/image33.png"/><Relationship Id="rId12" Type="http://schemas.openxmlformats.org/officeDocument/2006/relationships/image" Target="../media/image45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17.png"/><Relationship Id="rId13" Type="http://schemas.openxmlformats.org/officeDocument/2006/relationships/image" Target="../media/image2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5" Type="http://schemas.openxmlformats.org/officeDocument/2006/relationships/image" Target="../media/image24.png"/><Relationship Id="rId1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Relationship Id="rId5" Type="http://schemas.openxmlformats.org/officeDocument/2006/relationships/image" Target="../media/image13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9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13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9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287142"/>
            <a:ext cx="106489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0412" y="4534792"/>
            <a:ext cx="20478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4037" y="4534792"/>
            <a:ext cx="13430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2812" y="4534792"/>
            <a:ext cx="16287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05301" y="1961257"/>
            <a:ext cx="1118139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Employee Attrition Prediction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Using Machine Learning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415598" y="4620525"/>
            <a:ext cx="7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  <a:r>
              <a:rPr b="1" lang="en-US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49548" y="4620525"/>
            <a:ext cx="66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Course: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359323" y="4620525"/>
            <a:ext cx="66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Roll </a:t>
            </a:r>
            <a:r>
              <a:rPr b="1" lang="en-US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No: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15455"/>
            <a:ext cx="5133975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15455"/>
            <a:ext cx="5133975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51073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66800" y="327273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748980"/>
            <a:ext cx="4543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Predict whether an employee is likely to leave the company.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66800" y="4440435"/>
            <a:ext cx="4543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Help HR identify employees at risk before they decide to resign, allowing proactive retention efforts.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51073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581775" y="327273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Objectives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200" y="266313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4175" y="266313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15150" y="374898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Compare Logistic Regression, Decision Tree and Random Forest.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15150" y="444996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 a predictive analytics system based on historical staff data.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 &amp; Objectives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376803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46901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89869"/>
            <a:ext cx="3390900" cy="3082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289869"/>
            <a:ext cx="3390900" cy="3082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289869"/>
            <a:ext cx="3390900" cy="3082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58514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66800" y="3347144"/>
            <a:ext cx="29403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66800" y="3823394"/>
            <a:ext cx="2800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Employee Attrition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66800" y="425380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workforce dataset tracking personnel trends.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58514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695825" y="3347144"/>
            <a:ext cx="29403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Volume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95825" y="3823394"/>
            <a:ext cx="2800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1000 records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95825" y="4253805"/>
            <a:ext cx="2800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And 26 data columns profiling demographics &amp; indicators.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4850" y="258514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324850" y="3347144"/>
            <a:ext cx="29403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Variable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324850" y="3823394"/>
            <a:ext cx="2800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Attrition (Yes/No)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24850" y="425380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Features: Age, Income, Department, Overtime, Job Satisfaction, etc.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33487" y="2737544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8225" y="273754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7250" y="273754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Description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81275"/>
            <a:ext cx="2483643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3293" y="2581275"/>
            <a:ext cx="2483643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581275"/>
            <a:ext cx="2483643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36831" y="2581275"/>
            <a:ext cx="2483643" cy="2499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27596" y="2876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063228" y="3638550"/>
            <a:ext cx="19002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Language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660921" y="4114800"/>
            <a:ext cx="704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9365" y="2876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3880008" y="3638550"/>
            <a:ext cx="17102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Analysis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863578" y="4114800"/>
            <a:ext cx="17430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NumPy &amp; Pandas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71134" y="2876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686788" y="3638550"/>
            <a:ext cx="15401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Visuals &amp; ML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10337" y="4114800"/>
            <a:ext cx="1893093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Matplotlib &amp; Scikit-learn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92903" y="28765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363551" y="3638550"/>
            <a:ext cx="16302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232106" y="4114800"/>
            <a:ext cx="18930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Jupyter Notebook / VS Code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94284" y="30289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35103" y="302895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37821" y="30289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26253" y="30289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Technologies Used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21085"/>
            <a:ext cx="51339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1104900" y="2527845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Employee Attrition: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Analysis of general attrition rates and organizational flight counts.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104900" y="3305026"/>
            <a:ext cx="4800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Monthly Income Distribution: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Mapping correlation between monthly earnings and employee attrition tendencies.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04900" y="4356496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Overtime: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Identifying relationships between overtime tracking metrics and employee turnover rates.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&amp; Visualizations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468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2407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37554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6538" y="581026"/>
            <a:ext cx="4068637" cy="279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0131" y="3647142"/>
            <a:ext cx="4081474" cy="279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64965"/>
            <a:ext cx="5133975" cy="3931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64965"/>
            <a:ext cx="5133975" cy="3931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1602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1066800" y="292224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Supervised Classifiers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602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6581775" y="292224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Validation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581775" y="3398490"/>
            <a:ext cx="4543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Train-Test Split: 80:20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581775" y="3876526"/>
            <a:ext cx="45434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attrition dataset was cleanly partitioned into an 80% validation split for training purposes and a 20% independent slice for evaluation.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581775" y="4842271"/>
            <a:ext cx="4543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ensures robust generalization and prevents overtraining anomalies during fitting cycles.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5862" y="231264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1400175" y="339849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Logistic Regression: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Establishes baseline statistical probability for employee flight risks.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400175" y="409947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Decision Tree: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Employs structured rule-based trees mapping out splits in criteria.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400175" y="4800451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Random Forest: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Resolves overfitting issues via high-performing decision ensembles.</a:t>
            </a:r>
            <a:endParaRPr/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31264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Machine Learning Algorithms</a:t>
            </a:r>
            <a:endParaRPr/>
          </a:p>
        </p:txBody>
      </p:sp>
      <p:pic>
        <p:nvPicPr>
          <p:cNvPr descr="image.png" id="198" name="Google Shape;19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4175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411852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481950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05301" y="1369860"/>
            <a:ext cx="1118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Compare Accuracy Across Algorithms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71450" y="5828460"/>
            <a:ext cx="106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Highlight: Ran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om Forest is identified as the best-performing model.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Evaluation &amp; Comparison</a:t>
            </a:r>
            <a:endParaRPr/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1012" y="1846997"/>
            <a:ext cx="5129976" cy="35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14525"/>
            <a:ext cx="5133975" cy="3832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21085"/>
            <a:ext cx="51339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1114425" y="225742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Engine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23050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447800" y="2781300"/>
            <a:ext cx="4114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employee details: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Enter continuous feature parameters.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447800" y="3472755"/>
            <a:ext cx="4114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predicts: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Output class designation based on data.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447800" y="4164210"/>
            <a:ext cx="4114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 = Employee Stays: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Stable retention prediction classification.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447800" y="4855666"/>
            <a:ext cx="4114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 = Employee Leaves: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Attrition/flight hazard warning category.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Prediction Results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28003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49180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18326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87471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05713" y="3310813"/>
            <a:ext cx="229552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64965"/>
            <a:ext cx="5133975" cy="3931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64965"/>
            <a:ext cx="5133975" cy="3931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1602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066800" y="292224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Conclusions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1602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581775" y="2922240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Scope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3487" y="231264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400175" y="339849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Random Forest generally provides the best performance.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400175" y="409947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Machine learning can support HR decision making by highlighting risk segments accurately.</a:t>
            </a:r>
            <a:endParaRPr/>
          </a:p>
        </p:txBody>
      </p:sp>
      <p:pic>
        <p:nvPicPr>
          <p:cNvPr descr="image.png" id="243" name="Google Shape;24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175" y="231264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6915150" y="339849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Hyperparameter tuning to further improve individual model accuracy boundaries.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915150" y="4099470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 application deployment for live use by HR administration teams.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915150" y="4800451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Integrating larger datasets to enhance generalization capabilities of ensembles.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71525" y="581025"/>
            <a:ext cx="11181397" cy="47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 &amp; Future Scope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4175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411852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34175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11852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81950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2980950" y="2996100"/>
            <a:ext cx="5535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